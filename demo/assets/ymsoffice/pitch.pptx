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</p:nvSpPr>
        <p:spPr>
          <a:xfrm>
            <a:off x="914400" y="1600200"/>
            <a:ext cx="10363200" cy="1700000"/>
          </a:xfrm>
          <a:prstGeom prst="rect"/>
        </p:spPr>
        <p:txBody>
          <a:p>
            <a:pPr algn="ctr"/>
            <a:r>
              <a:rPr sz="5400" b="1"/>
              <a:t>yetty · ymsoffice</a:t>
            </a:r>
          </a:p>
        </p:txBody>
      </p:sp>
      <p:sp>
        <p:nvSpPr>
          <p:cNvPr id="3" name="Subtitle"/>
        </p:nvSpPr>
        <p:spPr>
          <a:xfrm>
            <a:off x="914400" y="3600000"/>
            <a:ext cx="10363200" cy="900000"/>
          </a:xfrm>
          <a:prstGeom prst="rect"/>
        </p:spPr>
        <p:txBody>
          <a:p>
            <a:pPr algn="ctr"/>
            <a:r>
              <a:rPr sz="2400">
                <a:solidFill>
                  <a:srgbClr val="6BA892"/>
                </a:solidFill>
              </a:rPr>
              <a:t>docx / xlsx / pptx in the terminal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</p:nvSpPr>
        <p:spPr>
          <a:xfrm>
            <a:off x="914400" y="400000"/>
            <a:ext cx="10363200" cy="900000"/>
          </a:xfrm>
          <a:prstGeom prst="rect"/>
        </p:spPr>
        <p:txBody>
          <a:p>
            <a:r>
              <a:rPr sz="3200" b="1"/>
              <a:t>Pipeline</a:t>
            </a:r>
          </a:p>
        </p:txBody>
      </p:sp>
      <p:sp>
        <p:nvSpPr>
          <p:cNvPr id="3" name="Stage zip"/>
        </p:nvSpPr>
        <p:spPr>
          <a:xfrm>
            <a:off x="914400" y="2200000"/>
            <a:ext cx="2800000" cy="1400000"/>
          </a:xfrm>
          <a:prstGeom prst="rect"/>
          <a:solidFill>
            <a:srgbClr val="364A47"/>
          </a:solidFill>
        </p:spPr>
        <p:txBody>
          <a:p>
            <a:pPr algn="ctr"/>
            <a:r>
              <a:rPr sz="1800"/>
              <a:t>OPC / ZIP</a:t>
            </a:r>
          </a:p>
        </p:txBody>
      </p:sp>
      <p:sp>
        <p:nvSpPr>
          <p:cNvPr id="4" name="Stage xml"/>
        </p:nvSpPr>
        <p:spPr>
          <a:xfrm>
            <a:off x="4700000" y="2200000"/>
            <a:ext cx="2800000" cy="1400000"/>
          </a:xfrm>
          <a:prstGeom prst="rect"/>
          <a:solidFill>
            <a:srgbClr val="5A8979"/>
          </a:solidFill>
        </p:spPr>
        <p:txBody>
          <a:p>
            <a:pPr algn="ctr"/>
            <a:r>
              <a:rPr sz="1800"/>
              <a:t>yxml SAX</a:t>
            </a:r>
          </a:p>
        </p:txBody>
      </p:sp>
      <p:sp>
        <p:nvSpPr>
          <p:cNvPr id="5" name="Stage draw"/>
        </p:nvSpPr>
        <p:spPr>
          <a:xfrm>
            <a:off x="8480000" y="2200000"/>
            <a:ext cx="2800000" cy="1400000"/>
          </a:xfrm>
          <a:prstGeom prst="rect"/>
          <a:solidFill>
            <a:srgbClr val="6BA892"/>
          </a:solidFill>
        </p:spPr>
        <p:txBody>
          <a:p>
            <a:pPr algn="ctr"/>
            <a:r>
              <a:rPr sz="1800" b="1"/>
              <a:t>ydraw</a:t>
            </a:r>
          </a:p>
        </p:txBody>
      </p:sp>
      <p:sp>
        <p:nvSpPr>
          <p:cNvPr id="6" name="Flow"/>
        </p:nvSpPr>
        <p:spPr>
          <a:xfrm>
            <a:off x="914400" y="4200000"/>
            <a:ext cx="10363200" cy="0"/>
          </a:xfrm>
          <a:prstGeom prst="line"/>
        </p:spPr>
      </p:sp>
      <p:sp>
        <p:nvSpPr>
          <p:cNvPr id="7" name="Badge"/>
        </p:nvSpPr>
        <p:spPr>
          <a:xfrm>
            <a:off x="5300000" y="4600000"/>
            <a:ext cx="1600000" cy="1600000"/>
          </a:xfrm>
          <a:prstGeom prst="ellipse"/>
          <a:solidFill>
            <a:srgbClr val="74C5A5"/>
          </a:solidFill>
        </p:spPr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pic>
        <p:nvPicPr>
          <p:cNvPr id="8" name="screenshot.png"/>
        </p:nvPicPr>
        <p:spPr>
          <a:xfrm>
            <a:off x="2286000" y="1143000"/>
            <a:ext cx="7620000" cy="3810000"/>
          </a:xfrm>
        </p:spPr>
      </p:pic>
      <p:sp>
        <p:nvSpPr>
          <p:cNvPr id="9" name="Caption"/>
        </p:nvSpPr>
        <p:spPr>
          <a:xfrm>
            <a:off x="2286000" y="5200000"/>
            <a:ext cx="7620000" cy="800000"/>
          </a:xfrm>
          <a:prstGeom prst="rect"/>
        </p:spPr>
        <p:txBody>
          <a:p>
            <a:pPr algn="ctr"/>
            <a:r>
              <a:rPr sz="1600" i="1"/>
              <a:t>Embedded media renders as a named placeholder (for now)</a:t>
            </a:r>
          </a:p>
        </p:txBody>
      </p:sp>
    </p:spTree>
  </p:cSld>
</p:sld>
</file>