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 1"/>
        </p:nvSpPr>
        <p:spPr>
          <a:xfrm>
            <a:off x="914400" y="457200"/>
            <a:ext cx="10363200" cy="1143000"/>
          </a:xfrm>
        </p:spPr>
        <p:txBody>
          <a:p>
            <a:pPr algn="ctr"/>
            <a:r>
              <a:rPr lang="en-US" sz="4400" b="1"/>
              <a:t>Deck Title</a:t>
            </a:r>
          </a:p>
        </p:txBody>
      </p:sp>
      <p:sp>
        <p:nvSpPr>
          <p:cNvPr id="3" name="Box 2"/>
        </p:nvSpPr>
        <p:spPr>
          <a:xfrm>
            <a:off x="914400" y="2286000"/>
            <a:ext cx="4572000" cy="1714500"/>
          </a:xfrm>
          <a:prstGeom prst="rect"/>
          <a:solidFill>
            <a:srgbClr val="6BA892"/>
          </a:solidFill>
        </p:spPr>
        <p:txBody>
          <a:p>
            <a:r>
              <a:rPr sz="1800"/>
              <a:t>green box</a:t>
            </a:r>
          </a:p>
        </p:txBody>
      </p:sp>
      <p:sp>
        <p:nvSpPr>
          <p:cNvPr id="4" name="Oval 3"/>
        </p:nvSpPr>
        <p:spPr>
          <a:xfrm>
            <a:off x="6858000" y="2286000"/>
            <a:ext cx="2286000" cy="2286000"/>
          </a:xfrm>
          <a:prstGeom prst="ellipse"/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pic>
        <p:nvPicPr>
          <p:cNvPr id="5" name="photo.png"/>
        </p:nvPicPr>
        <p:spPr>
          <a:xfrm>
            <a:off x="2286000" y="1143000"/>
            <a:ext cx="4572000" cy="3429000"/>
          </a:xfrm>
        </p:spPr>
      </p:pic>
    </p:spTree>
  </p:cSld>
</p:sld>
</file>